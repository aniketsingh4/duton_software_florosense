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703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8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33763" y="17830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TICKET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23474" y="25831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Guidelines &amp; Best Practices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25217" y="2997066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 how to create effective support tickets for faster resolution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1616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Ticket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47537" y="1548464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support ticket system helps you get timely assistance with sensor-related issues.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Follow these guidelines to ensure your tickets are processed quickly and efficiently.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30417" y="3148664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C8E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13297" y="33315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 Response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13297" y="3697304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help within 24 hours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73617" y="3148664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C8E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6497" y="33315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Progress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56497" y="3697304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ticket status in real-time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16817" y="3148664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C8E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99697" y="33315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Expert Support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99697" y="3697304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to technical specialists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1616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Ticket Fields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Required Information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 ID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0395" y="2057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the affected sensor from dropdown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7705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Issue Type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87303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the category that best describes your issue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740617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0869" y="4001703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detailed information about the problem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059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0869" y="486707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urgency level: Low, Medium, High, or Critical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2470685"/>
            <a:ext cx="3657600" cy="1331294"/>
          </a:xfrm>
          <a:prstGeom prst="roundRect">
            <a:avLst>
              <a:gd name="adj" fmla="val 2500"/>
            </a:avLst>
          </a:prstGeom>
          <a:solidFill>
            <a:srgbClr val="C8E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2389" y="1973179"/>
            <a:ext cx="14233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82853" y="2430379"/>
            <a:ext cx="284306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Sensor: Sensor-001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Issue: Hardware Fault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Priority: High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Description: Sensor showing offline status for 2 days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1616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Priority Levels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Setting the Right Priority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76926" y="1609825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C8E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59806" y="1792705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62926" y="1792705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Non-urgent issues, can wait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6926" y="2752825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81C78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9806" y="2935705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62926" y="2935705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issues, normal response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76926" y="3895825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4CA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9806" y="4078705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62926" y="4078705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Urgent issues requiring quick action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76926" y="5038825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388E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9806" y="5221705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62926" y="5221705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down, immediate attention needed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1616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Issue Types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Common Categories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79984" y="2087479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C8E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62864" y="2288647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Connectivity Problem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79984" y="3047599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C8E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2864" y="3248767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Quality Deviation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79984" y="4007719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C8E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2864" y="4208887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 Fault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29024" y="2087479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C8E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1904" y="2288647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Supply Issue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29024" y="3047599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C8E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1904" y="3248767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Firmware / Configuration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29024" y="4007719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C8E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1904" y="4208887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Other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1616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Tips for Effective Tickets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798721" y="19202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C8E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81601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30241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 Specific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81601" y="24688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 sensor ID, timestamps, and error messages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04961" y="19202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C8E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87841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736481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Context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87841" y="24688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Describe what you were doing when the issue occurred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98721" y="356616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C8E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81601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30241" y="3749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Attach Evidence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81601" y="41148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Screenshots or logs help us diagnose faster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04961" y="356616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C8E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7841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36481" y="3749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Status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87841" y="41148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your ticket in the Ticket Center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1616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Ticket Center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Your Tickets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-211756" y="19262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All Tickets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9229" y="2199373"/>
            <a:ext cx="358557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 all your submitted tickets in one place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-320040" y="3017521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 by Status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6299" y="3280410"/>
            <a:ext cx="358557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→ In Progress → Resolved → Closed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-320040" y="40919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Progress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-162427" y="4448075"/>
            <a:ext cx="427722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updates and responses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5212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-320040" y="5166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Reply &amp; Update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5532120"/>
            <a:ext cx="278651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Communicate with support team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8402" y="233172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C8E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833" y="2566336"/>
            <a:ext cx="15677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 Flow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31282" y="291465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↓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Progress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↓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Resolved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↓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CA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88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41622" y="1612232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598822" y="3404937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We're here to help you succeed.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your first ticket and experience seamless support.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310</Words>
  <Application>Microsoft Office PowerPoint</Application>
  <PresentationFormat>Widescreen</PresentationFormat>
  <Paragraphs>94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ARCHANA KUMARI</cp:lastModifiedBy>
  <cp:revision>2</cp:revision>
  <dcterms:created xsi:type="dcterms:W3CDTF">2025-11-25T14:04:19Z</dcterms:created>
  <dcterms:modified xsi:type="dcterms:W3CDTF">2025-11-25T14:22:44Z</dcterms:modified>
</cp:coreProperties>
</file>